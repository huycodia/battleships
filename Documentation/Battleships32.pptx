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1"/>
  </p:sldMasterIdLst>
  <p:notesMasterIdLst>
    <p:notesMasterId r:id="rId17"/>
  </p:notesMasterIdLst>
  <p:sldIdLst>
    <p:sldId id="256" r:id="rId2"/>
    <p:sldId id="259" r:id="rId3"/>
    <p:sldId id="281" r:id="rId4"/>
    <p:sldId id="267" r:id="rId5"/>
    <p:sldId id="258" r:id="rId6"/>
    <p:sldId id="268" r:id="rId7"/>
    <p:sldId id="276" r:id="rId8"/>
    <p:sldId id="270" r:id="rId9"/>
    <p:sldId id="277" r:id="rId10"/>
    <p:sldId id="274" r:id="rId11"/>
    <p:sldId id="278" r:id="rId12"/>
    <p:sldId id="275" r:id="rId13"/>
    <p:sldId id="279" r:id="rId14"/>
    <p:sldId id="260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8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75"/>
    <p:restoredTop sz="84294"/>
  </p:normalViewPr>
  <p:slideViewPr>
    <p:cSldViewPr snapToGrid="0" snapToObjects="1">
      <p:cViewPr varScale="1">
        <p:scale>
          <a:sx n="78" d="100"/>
          <a:sy n="78" d="100"/>
        </p:scale>
        <p:origin x="208" y="2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A0E9E-A005-FD44-AB99-FA0894E91F51}" type="datetimeFigureOut">
              <a:rPr lang="de-DE" smtClean="0"/>
              <a:t>21.07.21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08626-2C96-D848-B039-888E73C926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195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057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280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296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5904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935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464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9064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842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7096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08626-2C96-D848-B039-888E73C9268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16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522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25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4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58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08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08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47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8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9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80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04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690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45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307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82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359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45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7/21/21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0865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BCD36-B4C5-A648-9759-674B90CDF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6600" dirty="0" err="1"/>
              <a:t>Battleships</a:t>
            </a:r>
            <a:endParaRPr lang="de-DE" sz="66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EFC-36D4-684F-9A37-07C2F0D202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cap="none" dirty="0"/>
              <a:t>Denise, </a:t>
            </a:r>
            <a:r>
              <a:rPr lang="de-DE" cap="none" dirty="0" err="1"/>
              <a:t>Huy</a:t>
            </a:r>
            <a:r>
              <a:rPr lang="de-DE" cap="none" dirty="0"/>
              <a:t>, Lennard, Luca</a:t>
            </a:r>
          </a:p>
        </p:txBody>
      </p:sp>
    </p:spTree>
    <p:extLst>
      <p:ext uri="{BB962C8B-B14F-4D97-AF65-F5344CB8AC3E}">
        <p14:creationId xmlns:p14="http://schemas.microsoft.com/office/powerpoint/2010/main" val="742930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5EEDC0-712A-C142-88DB-EE41EB57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EE6043-A6E1-9B40-B3AE-0DC204764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sz="2400" dirty="0"/>
              <a:t>Mindestanforderungen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/>
              <a:t>Planung &amp; Ablauf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/>
              <a:t>Schwierigkeiten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/>
              <a:t>Demonstration</a:t>
            </a:r>
          </a:p>
          <a:p>
            <a:pPr marL="342900" indent="-342900">
              <a:buFont typeface="+mj-lt"/>
              <a:buAutoNum type="arabicPeriod"/>
            </a:pPr>
            <a:endParaRPr lang="de-DE" sz="2400" dirty="0"/>
          </a:p>
          <a:p>
            <a:pPr marL="342900" indent="-342900">
              <a:buFont typeface="+mj-lt"/>
              <a:buAutoNum type="arabicPeriod"/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19530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C7D9A-E668-C941-93C9-E299191C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cap="none" dirty="0"/>
              <a:t>MINDESTANFORDERUNGEN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9E49D0-16EE-0C41-9967-2A227BA19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4418060"/>
          </a:xfrm>
        </p:spPr>
        <p:txBody>
          <a:bodyPr>
            <a:normAutofit/>
          </a:bodyPr>
          <a:lstStyle/>
          <a:p>
            <a:r>
              <a:rPr lang="de-DE" sz="2200" dirty="0"/>
              <a:t>GUI: </a:t>
            </a:r>
          </a:p>
          <a:p>
            <a:pPr lvl="1"/>
            <a:r>
              <a:rPr lang="de-DE" sz="2000" dirty="0"/>
              <a:t>Spielfelder und platzierte Schiffe anzeigen</a:t>
            </a:r>
          </a:p>
          <a:p>
            <a:r>
              <a:rPr lang="de-DE" sz="2200" dirty="0"/>
              <a:t>Multiplayer-Modus: </a:t>
            </a:r>
          </a:p>
          <a:p>
            <a:pPr lvl="1"/>
            <a:r>
              <a:rPr lang="de-DE" sz="2000" dirty="0"/>
              <a:t>2 Spieler können im gleichen Netzwerk gegeneinander spielen</a:t>
            </a:r>
          </a:p>
          <a:p>
            <a:r>
              <a:rPr lang="de-DE" sz="2200" dirty="0"/>
              <a:t>Singleplayer-Modus:</a:t>
            </a:r>
          </a:p>
          <a:p>
            <a:pPr lvl="1"/>
            <a:r>
              <a:rPr lang="de-DE" sz="2000" dirty="0"/>
              <a:t>Einfacher Bot</a:t>
            </a:r>
          </a:p>
          <a:p>
            <a:r>
              <a:rPr lang="de-DE" sz="2200" dirty="0"/>
              <a:t>Chat</a:t>
            </a:r>
          </a:p>
          <a:p>
            <a:pPr lvl="1"/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084964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C806677-2A29-FC4B-B685-893860C4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Planung &amp; Ablauf</a:t>
            </a:r>
          </a:p>
        </p:txBody>
      </p:sp>
    </p:spTree>
    <p:extLst>
      <p:ext uri="{BB962C8B-B14F-4D97-AF65-F5344CB8AC3E}">
        <p14:creationId xmlns:p14="http://schemas.microsoft.com/office/powerpoint/2010/main" val="28419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C66D1-8952-D241-B23E-FA1FF58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Planung &amp; 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4475AF-7625-6540-9427-BB695978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28799"/>
            <a:ext cx="10131425" cy="441960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sz="2000" b="1" dirty="0">
                <a:solidFill>
                  <a:srgbClr val="FFC000"/>
                </a:solidFill>
              </a:rPr>
              <a:t>GUI-Layout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Parallel: </a:t>
            </a:r>
          </a:p>
          <a:p>
            <a:pPr lvl="1"/>
            <a:r>
              <a:rPr lang="de-DE" dirty="0"/>
              <a:t>GUI-Prototyp</a:t>
            </a:r>
          </a:p>
          <a:p>
            <a:pPr lvl="1"/>
            <a:r>
              <a:rPr lang="de-DE" dirty="0"/>
              <a:t>grobe Spiellogik</a:t>
            </a:r>
          </a:p>
          <a:p>
            <a:pPr lvl="1"/>
            <a:r>
              <a:rPr lang="de-DE" dirty="0"/>
              <a:t>Basics für Kommunikation zwischen Server &amp; Client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Zusammenfügen der Komponenten und weiterer Ausbau des Spiels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Extras: </a:t>
            </a:r>
          </a:p>
          <a:p>
            <a:pPr lvl="1"/>
            <a:r>
              <a:rPr lang="de-DE" dirty="0"/>
              <a:t>Dark Mode</a:t>
            </a:r>
          </a:p>
          <a:p>
            <a:pPr lvl="1"/>
            <a:r>
              <a:rPr lang="de-DE" dirty="0"/>
              <a:t>Spracheinstellung</a:t>
            </a:r>
          </a:p>
          <a:p>
            <a:pPr lvl="1"/>
            <a:r>
              <a:rPr lang="de-DE" dirty="0"/>
              <a:t>Public statt lokaler Server</a:t>
            </a:r>
          </a:p>
          <a:p>
            <a:pPr lvl="1"/>
            <a:r>
              <a:rPr lang="de-DE" dirty="0"/>
              <a:t>Start- &amp; Endscreen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Polishing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052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A81C9-E2C5-3C44-B867-67DE08CF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73" y="0"/>
            <a:ext cx="10131425" cy="1312453"/>
          </a:xfrm>
        </p:spPr>
        <p:txBody>
          <a:bodyPr/>
          <a:lstStyle/>
          <a:p>
            <a:r>
              <a:rPr lang="de-DE" dirty="0"/>
              <a:t>GUI-</a:t>
            </a:r>
            <a:r>
              <a:rPr lang="de-DE" cap="none" dirty="0"/>
              <a:t>Layout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FAA9652-7984-8143-8490-B75BD34F6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0269" y="1643618"/>
            <a:ext cx="5389849" cy="4572994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7EC7DF5-0221-1F4F-88AF-84B6C7C01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165" y="1032638"/>
            <a:ext cx="5199154" cy="51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1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C66D1-8952-D241-B23E-FA1FF58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Planung &amp; 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4475AF-7625-6540-9427-BB695978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28799"/>
            <a:ext cx="10131425" cy="441960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GUI-Layout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200" b="1" dirty="0">
                <a:solidFill>
                  <a:srgbClr val="FFC000"/>
                </a:solidFill>
              </a:rPr>
              <a:t>Parallel: </a:t>
            </a:r>
          </a:p>
          <a:p>
            <a:pPr lvl="1"/>
            <a:r>
              <a:rPr lang="de-DE" sz="2000" b="1" dirty="0">
                <a:solidFill>
                  <a:srgbClr val="FFC000"/>
                </a:solidFill>
              </a:rPr>
              <a:t>GUI-Prototyp</a:t>
            </a:r>
          </a:p>
          <a:p>
            <a:pPr lvl="1"/>
            <a:r>
              <a:rPr lang="de-DE" sz="2000" b="1" dirty="0">
                <a:solidFill>
                  <a:srgbClr val="FFC000"/>
                </a:solidFill>
              </a:rPr>
              <a:t>grobe Spiellogik</a:t>
            </a:r>
          </a:p>
          <a:p>
            <a:pPr lvl="1"/>
            <a:r>
              <a:rPr lang="de-DE" sz="2000" b="1" dirty="0">
                <a:solidFill>
                  <a:srgbClr val="FFC000"/>
                </a:solidFill>
              </a:rPr>
              <a:t>Basics für Kommunikation zwischen Server &amp; Client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Zusammenfügen der Komponenten und weiterer Ausbau des Spiels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Extras: </a:t>
            </a:r>
          </a:p>
          <a:p>
            <a:pPr lvl="1"/>
            <a:r>
              <a:rPr lang="de-DE" dirty="0"/>
              <a:t>Dark Mode</a:t>
            </a:r>
          </a:p>
          <a:p>
            <a:pPr lvl="1"/>
            <a:r>
              <a:rPr lang="de-DE" dirty="0"/>
              <a:t>Spracheinstellung</a:t>
            </a:r>
          </a:p>
          <a:p>
            <a:pPr lvl="1"/>
            <a:r>
              <a:rPr lang="de-DE" dirty="0"/>
              <a:t>Public statt lokaler Server</a:t>
            </a:r>
          </a:p>
          <a:p>
            <a:pPr lvl="1"/>
            <a:r>
              <a:rPr lang="de-DE" dirty="0"/>
              <a:t>Start- &amp; Endscreen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Polishing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0717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A81C9-E2C5-3C44-B867-67DE08CF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73" y="0"/>
            <a:ext cx="10131425" cy="1312453"/>
          </a:xfrm>
        </p:spPr>
        <p:txBody>
          <a:bodyPr/>
          <a:lstStyle/>
          <a:p>
            <a:r>
              <a:rPr lang="de-DE" dirty="0"/>
              <a:t>GUI-</a:t>
            </a:r>
            <a:r>
              <a:rPr lang="de-DE" cap="none" dirty="0"/>
              <a:t>Prototyp</a:t>
            </a:r>
            <a:endParaRPr lang="de-DE" dirty="0"/>
          </a:p>
        </p:txBody>
      </p:sp>
      <p:pic>
        <p:nvPicPr>
          <p:cNvPr id="8" name="Inhaltsplatzhalter 7" descr="Ein Bild, das Tisch enthält.&#10;&#10;Automatisch generierte Beschreibung">
            <a:extLst>
              <a:ext uri="{FF2B5EF4-FFF2-40B4-BE49-F238E27FC236}">
                <a16:creationId xmlns:a16="http://schemas.microsoft.com/office/drawing/2014/main" id="{3208CD24-8D03-F84A-BD45-9D674F7B3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0289" y="1661374"/>
            <a:ext cx="4641259" cy="4299272"/>
          </a:xfrm>
        </p:spPr>
      </p:pic>
      <p:pic>
        <p:nvPicPr>
          <p:cNvPr id="10" name="Grafik 9" descr="Ein Bild, das Tisch enthält.&#10;&#10;Automatisch generierte Beschreibung">
            <a:extLst>
              <a:ext uri="{FF2B5EF4-FFF2-40B4-BE49-F238E27FC236}">
                <a16:creationId xmlns:a16="http://schemas.microsoft.com/office/drawing/2014/main" id="{30C0B0AA-1E6F-AE46-9BBF-F98912C4A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292" y="1661374"/>
            <a:ext cx="5026354" cy="42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6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C66D1-8952-D241-B23E-FA1FF58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Planung &amp; 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4475AF-7625-6540-9427-BB695978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28799"/>
            <a:ext cx="10131425" cy="441960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GUI-Layout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Parallel: </a:t>
            </a:r>
          </a:p>
          <a:p>
            <a:pPr lvl="1"/>
            <a:r>
              <a:rPr lang="de-DE" dirty="0"/>
              <a:t>GUI-Prototyp</a:t>
            </a:r>
          </a:p>
          <a:p>
            <a:pPr lvl="1"/>
            <a:r>
              <a:rPr lang="de-DE" dirty="0"/>
              <a:t>grobe Spiellogik</a:t>
            </a:r>
          </a:p>
          <a:p>
            <a:pPr lvl="1"/>
            <a:r>
              <a:rPr lang="de-DE" dirty="0"/>
              <a:t>Basics für Kommunikation zwischen Server &amp; Client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200" b="1" dirty="0">
                <a:solidFill>
                  <a:srgbClr val="FFC000"/>
                </a:solidFill>
              </a:rPr>
              <a:t>Zusammenfügen der Komponenten und weiterer Ausbau des Spiels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Extras: </a:t>
            </a:r>
          </a:p>
          <a:p>
            <a:pPr lvl="1"/>
            <a:r>
              <a:rPr lang="de-DE" dirty="0"/>
              <a:t>Dark Mode</a:t>
            </a:r>
          </a:p>
          <a:p>
            <a:pPr lvl="1"/>
            <a:r>
              <a:rPr lang="de-DE" dirty="0"/>
              <a:t>Spracheinstellung</a:t>
            </a:r>
          </a:p>
          <a:p>
            <a:pPr lvl="1"/>
            <a:r>
              <a:rPr lang="de-DE" dirty="0"/>
              <a:t>Public statt lokaler Server</a:t>
            </a:r>
          </a:p>
          <a:p>
            <a:pPr lvl="1"/>
            <a:r>
              <a:rPr lang="de-DE" dirty="0"/>
              <a:t>Start- &amp; Endscreen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Polishing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0774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A81C9-E2C5-3C44-B867-67DE08CF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73" y="0"/>
            <a:ext cx="10131425" cy="1312453"/>
          </a:xfrm>
        </p:spPr>
        <p:txBody>
          <a:bodyPr/>
          <a:lstStyle/>
          <a:p>
            <a:r>
              <a:rPr lang="de-DE" cap="none" dirty="0"/>
              <a:t>GUI-Update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5C9F028-412F-FC44-A745-865F6D142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42" y="1519499"/>
            <a:ext cx="4877618" cy="414777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18BED47-23C7-6042-B465-006C5BF5A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252" y="1302913"/>
            <a:ext cx="5278047" cy="44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4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C66D1-8952-D241-B23E-FA1FF58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Planung &amp; 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4475AF-7625-6540-9427-BB695978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28799"/>
            <a:ext cx="10131425" cy="441960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GUI-Layout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Parallel: </a:t>
            </a:r>
          </a:p>
          <a:p>
            <a:pPr lvl="1"/>
            <a:r>
              <a:rPr lang="de-DE" dirty="0"/>
              <a:t>GUI-Prototyp</a:t>
            </a:r>
          </a:p>
          <a:p>
            <a:pPr lvl="1"/>
            <a:r>
              <a:rPr lang="de-DE" dirty="0"/>
              <a:t>grobe Spiellogik</a:t>
            </a:r>
          </a:p>
          <a:p>
            <a:pPr lvl="1"/>
            <a:r>
              <a:rPr lang="de-DE" dirty="0"/>
              <a:t>Basics für Kommunikation zwischen Server &amp; Client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Zusammenfügen der Komponenten und weiterer Ausbau des Spiels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>
                <a:solidFill>
                  <a:srgbClr val="FFC000"/>
                </a:solidFill>
              </a:rPr>
              <a:t>Extras</a:t>
            </a:r>
          </a:p>
          <a:p>
            <a:pPr lvl="1"/>
            <a:r>
              <a:rPr lang="de-DE" sz="1800" b="1" dirty="0">
                <a:solidFill>
                  <a:srgbClr val="FFC000"/>
                </a:solidFill>
              </a:rPr>
              <a:t>Dark Mode</a:t>
            </a:r>
          </a:p>
          <a:p>
            <a:pPr lvl="1"/>
            <a:r>
              <a:rPr lang="de-DE" sz="1800" b="1" dirty="0">
                <a:solidFill>
                  <a:srgbClr val="FFC000"/>
                </a:solidFill>
              </a:rPr>
              <a:t>Spracheinstellung</a:t>
            </a:r>
          </a:p>
          <a:p>
            <a:pPr lvl="1"/>
            <a:r>
              <a:rPr lang="de-DE" sz="1800" b="1" dirty="0">
                <a:solidFill>
                  <a:srgbClr val="FFC000"/>
                </a:solidFill>
              </a:rPr>
              <a:t>Public statt lokaler Server</a:t>
            </a:r>
          </a:p>
          <a:p>
            <a:pPr lvl="1"/>
            <a:r>
              <a:rPr lang="de-DE" sz="1800" b="1" dirty="0">
                <a:solidFill>
                  <a:srgbClr val="FFC000"/>
                </a:solidFill>
              </a:rPr>
              <a:t>Start-/Endscreen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Polishing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19510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4BEDE60-4CC3-6D43-8F01-8D216B4AF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019" y="3199962"/>
            <a:ext cx="4017875" cy="3391933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BD7D8F5-8CA2-D545-9026-4BBC46457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792" y="871017"/>
            <a:ext cx="5799104" cy="488345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060779A-D419-8C42-AD0A-240E296C0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626" y="456349"/>
            <a:ext cx="3082659" cy="259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0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C66D1-8952-D241-B23E-FA1FF58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Planung &amp; 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4475AF-7625-6540-9427-BB695978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28799"/>
            <a:ext cx="10131425" cy="441960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GUI-Layout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Parallel: </a:t>
            </a:r>
          </a:p>
          <a:p>
            <a:pPr lvl="1"/>
            <a:r>
              <a:rPr lang="de-DE" dirty="0"/>
              <a:t>GUI-Prototyp</a:t>
            </a:r>
          </a:p>
          <a:p>
            <a:pPr lvl="1"/>
            <a:r>
              <a:rPr lang="de-DE" dirty="0"/>
              <a:t>grobe Spiellogik</a:t>
            </a:r>
          </a:p>
          <a:p>
            <a:pPr lvl="1"/>
            <a:r>
              <a:rPr lang="de-DE" dirty="0"/>
              <a:t>Basics für Kommunikation zwischen Server &amp; Client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Zusammenfügen der Komponenten und weiterer Ausbau des Spiels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Extras: </a:t>
            </a:r>
          </a:p>
          <a:p>
            <a:pPr lvl="1"/>
            <a:r>
              <a:rPr lang="de-DE" dirty="0"/>
              <a:t>Dark Mode</a:t>
            </a:r>
          </a:p>
          <a:p>
            <a:pPr lvl="1"/>
            <a:r>
              <a:rPr lang="de-DE" dirty="0"/>
              <a:t>Spracheinstellung</a:t>
            </a:r>
          </a:p>
          <a:p>
            <a:pPr lvl="1"/>
            <a:r>
              <a:rPr lang="de-DE" dirty="0"/>
              <a:t>Public statt lokaler Server</a:t>
            </a:r>
          </a:p>
          <a:p>
            <a:pPr lvl="1"/>
            <a:r>
              <a:rPr lang="de-DE" dirty="0"/>
              <a:t>Start- &amp; Endscreen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b="1" dirty="0" err="1">
                <a:solidFill>
                  <a:srgbClr val="FFC000"/>
                </a:solidFill>
              </a:rPr>
              <a:t>Polishing</a:t>
            </a:r>
            <a:endParaRPr lang="de-DE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30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F46F7-4730-0E43-9A53-4A2B67DF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Schwierigkeiten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AE4ED6-1939-074A-9738-B639A3D79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/>
              <a:t>Aufsetzen der Entwicklungsumgebung und Umgang mit </a:t>
            </a:r>
            <a:r>
              <a:rPr lang="de-DE" sz="2400" dirty="0" err="1"/>
              <a:t>Git</a:t>
            </a:r>
            <a:endParaRPr lang="de-DE" sz="2400" dirty="0"/>
          </a:p>
          <a:p>
            <a:r>
              <a:rPr lang="de-DE" sz="2400" dirty="0"/>
              <a:t>Struktur zu Beginn finden</a:t>
            </a:r>
          </a:p>
          <a:p>
            <a:r>
              <a:rPr lang="de-DE" sz="2400" dirty="0"/>
              <a:t>Verknüpfung von GUI mit Code </a:t>
            </a:r>
          </a:p>
          <a:p>
            <a:r>
              <a:rPr lang="de-DE" sz="2400" dirty="0"/>
              <a:t>Korrekter Einsatz von Event Handler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236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B0349-FF61-FD4A-B122-12C4405A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976278"/>
            <a:ext cx="10131425" cy="1456267"/>
          </a:xfrm>
        </p:spPr>
        <p:txBody>
          <a:bodyPr/>
          <a:lstStyle/>
          <a:p>
            <a:pPr algn="ctr"/>
            <a:r>
              <a:rPr lang="de-DE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62381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immel">
  <a:themeElements>
    <a:clrScheme name="Himme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Himme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mme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{548A765E-B6EC-0B45-A670-63B9ADF05BE6}tf10001058</Template>
  <TotalTime>0</TotalTime>
  <Words>261</Words>
  <Application>Microsoft Macintosh PowerPoint</Application>
  <PresentationFormat>Breitbild</PresentationFormat>
  <Paragraphs>100</Paragraphs>
  <Slides>15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Himmel</vt:lpstr>
      <vt:lpstr>Battleships</vt:lpstr>
      <vt:lpstr>Inhaltsverzeichnis</vt:lpstr>
      <vt:lpstr>MINDESTANFORDERUNGEN</vt:lpstr>
      <vt:lpstr>Planung &amp; Ablauf</vt:lpstr>
      <vt:lpstr>Planung &amp; Ablauf</vt:lpstr>
      <vt:lpstr>GUI-Layout</vt:lpstr>
      <vt:lpstr>Planung &amp; Ablauf</vt:lpstr>
      <vt:lpstr>GUI-Prototyp</vt:lpstr>
      <vt:lpstr>Planung &amp; Ablauf</vt:lpstr>
      <vt:lpstr>GUI-Update</vt:lpstr>
      <vt:lpstr>Planung &amp; Ablauf</vt:lpstr>
      <vt:lpstr>PowerPoint-Präsentation</vt:lpstr>
      <vt:lpstr>Planung &amp; Ablauf</vt:lpstr>
      <vt:lpstr>Schwierigkeiten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Battleships</dc:title>
  <dc:creator>Kersten Behrens</dc:creator>
  <cp:lastModifiedBy>Kersten Behrens</cp:lastModifiedBy>
  <cp:revision>88</cp:revision>
  <dcterms:created xsi:type="dcterms:W3CDTF">2021-07-11T11:58:27Z</dcterms:created>
  <dcterms:modified xsi:type="dcterms:W3CDTF">2021-07-21T11:07:55Z</dcterms:modified>
</cp:coreProperties>
</file>